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SMARTFEED RWANDA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Reducing Feed Costs. Increasing Milk Productivity.</a:t>
            </a:r>
          </a:p>
          <a:p>
            <a:r>
              <a:t>Nyagatare District, Rwanda</a:t>
            </a:r>
          </a:p>
          <a:p>
            <a:r>
              <a:t>Dutch Partnership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Feed costs = 60–70% of production</a:t>
            </a:r>
          </a:p>
          <a:p>
            <a:r>
              <a:t>Low milk yields (5–10L vs 25–35L potential)</a:t>
            </a:r>
          </a:p>
          <a:p>
            <a:r>
              <a:t>Poor feed quality</a:t>
            </a:r>
          </a:p>
          <a:p>
            <a:r>
              <a:t>Dependence on imported premixes</a:t>
            </a:r>
          </a:p>
          <a:p>
            <a:r>
              <a:t>Gap to meet 650,000L/day demand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Nyagatare = dairy hub</a:t>
            </a:r>
          </a:p>
          <a:p>
            <a:r>
              <a:t>High cattle population</a:t>
            </a:r>
          </a:p>
          <a:p>
            <a:r>
              <a:t>Government support</a:t>
            </a:r>
          </a:p>
          <a:p>
            <a:r>
              <a:t>Demand for affordable, quality feed</a:t>
            </a:r>
          </a:p>
          <a:p>
            <a:r>
              <a:t>Growing dairy market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feed formulation platform</a:t>
            </a:r>
          </a:p>
          <a:p>
            <a:r>
              <a:t>Automated feed plant</a:t>
            </a:r>
          </a:p>
          <a:p>
            <a:r>
              <a:t>Demo farm (improved pastures)</a:t>
            </a:r>
          </a:p>
          <a:p>
            <a:r>
              <a:t>High-quality Dutch premixes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Dutch Partners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leaders in dairy &amp; feed</a:t>
            </a:r>
          </a:p>
          <a:p>
            <a:r>
              <a:t>Advanced technology</a:t>
            </a:r>
          </a:p>
          <a:p>
            <a:r>
              <a:t>Premium premixes</a:t>
            </a:r>
          </a:p>
          <a:p>
            <a:r>
              <a:t>Sustainability expertise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feed costs by 30–40%</a:t>
            </a:r>
          </a:p>
          <a:p>
            <a:r>
              <a:t>Increase milk yield 2–3x</a:t>
            </a:r>
          </a:p>
          <a:p>
            <a:r>
              <a:t>Improve farmer income</a:t>
            </a:r>
          </a:p>
          <a:p>
            <a:r>
              <a:t>Strengthen dairy value chain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Feed sales</a:t>
            </a:r>
          </a:p>
          <a:p>
            <a:r>
              <a:t>Digital platform subscriptions</a:t>
            </a:r>
          </a:p>
          <a:p>
            <a:r>
              <a:t>Premix distribution</a:t>
            </a:r>
          </a:p>
          <a:p>
            <a:r>
              <a:t>Training services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Pilot (plant + demo farm)</a:t>
            </a:r>
          </a:p>
          <a:p>
            <a:r>
              <a:t>Phase 2: Scale (50,000 farmers)</a:t>
            </a:r>
          </a:p>
          <a:p>
            <a:r>
              <a:t>Regional expansion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farmer incomes</a:t>
            </a:r>
          </a:p>
          <a:p>
            <a:r>
              <a:t>Increased milk supply</a:t>
            </a:r>
          </a:p>
          <a:p>
            <a:r>
              <a:t>Climate-smart agriculture</a:t>
            </a:r>
          </a:p>
          <a:p>
            <a:r>
              <a:t>Youth employment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Investment: €500K–€1M</a:t>
            </a:r>
          </a:p>
          <a:p>
            <a:r>
              <a:t>Break-even: 2–3 years</a:t>
            </a:r>
          </a:p>
          <a:p>
            <a:r>
              <a:t>High scalability &amp; ROI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Partnership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collaboration</a:t>
            </a:r>
          </a:p>
          <a:p>
            <a:r>
              <a:t>Premix supply</a:t>
            </a:r>
          </a:p>
          <a:p>
            <a:r>
              <a:t>Co-investment</a:t>
            </a:r>
          </a:p>
          <a:p>
            <a:r>
              <a:t>Knowledge transfer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Join us to transform Rwanda’s dairy sector</a:t>
            </a:r>
          </a:p>
          <a:p>
            <a:r>
              <a:t>Build a scalable, impactful agribusiness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